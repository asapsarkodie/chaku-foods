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91974"/>
            <a:ext cx="9144000" cy="4551680"/>
          </a:xfrm>
          <a:custGeom>
            <a:avLst/>
            <a:gdLst/>
            <a:ahLst/>
            <a:cxnLst/>
            <a:rect l="l" t="t" r="r" b="b"/>
            <a:pathLst>
              <a:path w="9144000" h="4551680">
                <a:moveTo>
                  <a:pt x="0" y="4551424"/>
                </a:moveTo>
                <a:lnTo>
                  <a:pt x="9143999" y="4551424"/>
                </a:lnTo>
                <a:lnTo>
                  <a:pt x="9143999" y="0"/>
                </a:lnTo>
                <a:lnTo>
                  <a:pt x="0" y="0"/>
                </a:lnTo>
                <a:lnTo>
                  <a:pt x="0" y="45514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514339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9143999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21374"/>
            <a:ext cx="9144000" cy="570865"/>
          </a:xfrm>
          <a:custGeom>
            <a:avLst/>
            <a:gdLst/>
            <a:ahLst/>
            <a:cxnLst/>
            <a:rect l="l" t="t" r="r" b="b"/>
            <a:pathLst>
              <a:path w="9144000" h="570865">
                <a:moveTo>
                  <a:pt x="9143999" y="570599"/>
                </a:moveTo>
                <a:lnTo>
                  <a:pt x="0" y="5705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705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21374"/>
            <a:ext cx="9144000" cy="570865"/>
          </a:xfrm>
          <a:custGeom>
            <a:avLst/>
            <a:gdLst/>
            <a:ahLst/>
            <a:cxnLst/>
            <a:rect l="l" t="t" r="r" b="b"/>
            <a:pathLst>
              <a:path w="9144000" h="570865">
                <a:moveTo>
                  <a:pt x="0" y="0"/>
                </a:moveTo>
                <a:lnTo>
                  <a:pt x="9143999" y="0"/>
                </a:lnTo>
                <a:lnTo>
                  <a:pt x="9143999" y="570599"/>
                </a:lnTo>
                <a:lnTo>
                  <a:pt x="0" y="5705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1599" y="21437"/>
            <a:ext cx="1938475" cy="5704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22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4762" y="16612"/>
            <a:ext cx="9153525" cy="5126990"/>
            <a:chOff x="-4762" y="16612"/>
            <a:chExt cx="9153525" cy="512699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50" y="62850"/>
              <a:ext cx="9106150" cy="508064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21375"/>
              <a:ext cx="9144000" cy="570865"/>
            </a:xfrm>
            <a:custGeom>
              <a:avLst/>
              <a:gdLst/>
              <a:ahLst/>
              <a:cxnLst/>
              <a:rect l="l" t="t" r="r" b="b"/>
              <a:pathLst>
                <a:path w="9144000" h="570865">
                  <a:moveTo>
                    <a:pt x="9143999" y="570599"/>
                  </a:moveTo>
                  <a:lnTo>
                    <a:pt x="0" y="5705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5705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21375"/>
              <a:ext cx="9144000" cy="570865"/>
            </a:xfrm>
            <a:custGeom>
              <a:avLst/>
              <a:gdLst/>
              <a:ahLst/>
              <a:cxnLst/>
              <a:rect l="l" t="t" r="r" b="b"/>
              <a:pathLst>
                <a:path w="9144000" h="570865">
                  <a:moveTo>
                    <a:pt x="0" y="0"/>
                  </a:moveTo>
                  <a:lnTo>
                    <a:pt x="9143999" y="0"/>
                  </a:lnTo>
                  <a:lnTo>
                    <a:pt x="9143999" y="570599"/>
                  </a:lnTo>
                  <a:lnTo>
                    <a:pt x="0" y="570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599" y="21437"/>
              <a:ext cx="1938475" cy="570474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4899774" y="228941"/>
            <a:ext cx="4489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595959"/>
                </a:solidFill>
                <a:latin typeface="Arial"/>
                <a:cs typeface="Arial"/>
              </a:rPr>
              <a:t>Home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349075" y="228941"/>
            <a:ext cx="82994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595959"/>
                </a:solidFill>
                <a:latin typeface="Arial"/>
                <a:cs typeface="Arial"/>
              </a:rPr>
              <a:t>Contact</a:t>
            </a:r>
            <a:r>
              <a:rPr dirty="0" sz="1200" spc="-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595959"/>
                </a:solidFill>
                <a:latin typeface="Arial"/>
                <a:cs typeface="Arial"/>
              </a:rPr>
              <a:t>Us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581950" y="1596930"/>
            <a:ext cx="3716654" cy="2463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10" b="1">
                <a:solidFill>
                  <a:srgbClr val="FFFFFF"/>
                </a:solidFill>
                <a:latin typeface="Arial"/>
                <a:cs typeface="Arial"/>
              </a:rPr>
              <a:t>Reliable</a:t>
            </a:r>
            <a:endParaRPr sz="4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4000" b="1">
                <a:solidFill>
                  <a:srgbClr val="FFFFFF"/>
                </a:solidFill>
                <a:latin typeface="Arial"/>
                <a:cs typeface="Arial"/>
              </a:rPr>
              <a:t>crop</a:t>
            </a:r>
            <a:r>
              <a:rPr dirty="0" sz="40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000" spc="-10" b="1">
                <a:solidFill>
                  <a:srgbClr val="FFFFFF"/>
                </a:solidFill>
                <a:latin typeface="Arial"/>
                <a:cs typeface="Arial"/>
              </a:rPr>
              <a:t>prediction </a:t>
            </a:r>
            <a:r>
              <a:rPr dirty="0" sz="4000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4000" spc="-2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000" spc="-10" b="1">
                <a:solidFill>
                  <a:srgbClr val="FFFFFF"/>
                </a:solidFill>
                <a:latin typeface="Arial"/>
                <a:cs typeface="Arial"/>
              </a:rPr>
              <a:t>African crops</a:t>
            </a:r>
            <a:endParaRPr sz="40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829824" y="228953"/>
            <a:ext cx="13163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595959"/>
                </a:solidFill>
                <a:latin typeface="Arial"/>
                <a:cs typeface="Arial"/>
              </a:rPr>
              <a:t>How</a:t>
            </a:r>
            <a:r>
              <a:rPr dirty="0" sz="1200" spc="-3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dirty="0" sz="1200" spc="-3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dirty="0" sz="1200" spc="-3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595959"/>
                </a:solidFill>
                <a:latin typeface="Arial"/>
                <a:cs typeface="Arial"/>
              </a:rPr>
              <a:t>Help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67300" y="228941"/>
            <a:ext cx="4489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595959"/>
                </a:solidFill>
                <a:latin typeface="Arial"/>
                <a:cs typeface="Arial"/>
              </a:rPr>
              <a:t>Home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349075" y="228941"/>
            <a:ext cx="82994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595959"/>
                </a:solidFill>
                <a:latin typeface="Arial"/>
                <a:cs typeface="Arial"/>
              </a:rPr>
              <a:t>Contact</a:t>
            </a:r>
            <a:r>
              <a:rPr dirty="0" sz="1200" spc="-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595959"/>
                </a:solidFill>
                <a:latin typeface="Arial"/>
                <a:cs typeface="Arial"/>
              </a:rPr>
              <a:t>Us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413950" y="228953"/>
            <a:ext cx="15824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595959"/>
                </a:solidFill>
                <a:latin typeface="Arial"/>
                <a:cs typeface="Arial"/>
              </a:rPr>
              <a:t>Crop</a:t>
            </a:r>
            <a:r>
              <a:rPr dirty="0" sz="1200" spc="-4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dirty="0" sz="1200" spc="-3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595959"/>
                </a:solidFill>
                <a:latin typeface="Arial"/>
                <a:cs typeface="Arial"/>
              </a:rPr>
              <a:t>Product</a:t>
            </a:r>
            <a:r>
              <a:rPr dirty="0" sz="1200" spc="-4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595959"/>
                </a:solidFill>
                <a:latin typeface="Arial"/>
                <a:cs typeface="Arial"/>
              </a:rPr>
              <a:t>Needs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783725" y="1321106"/>
            <a:ext cx="1529715" cy="2895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FFFFFF"/>
                </a:solidFill>
                <a:latin typeface="Arial MT"/>
                <a:cs typeface="Arial MT"/>
              </a:rPr>
              <a:t>Your</a:t>
            </a:r>
            <a:r>
              <a:rPr dirty="0" sz="180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Name:</a:t>
            </a:r>
            <a:endParaRPr sz="1800">
              <a:latin typeface="Arial MT"/>
              <a:cs typeface="Arial MT"/>
            </a:endParaRPr>
          </a:p>
          <a:p>
            <a:pPr marL="55880" marR="5080" indent="-43815">
              <a:lnSpc>
                <a:spcPct val="189000"/>
              </a:lnSpc>
              <a:spcBef>
                <a:spcPts val="6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Organization: Role: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Business</a:t>
            </a:r>
            <a:r>
              <a:rPr dirty="0" sz="18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Unit: Country:</a:t>
            </a:r>
            <a:endParaRPr sz="1800">
              <a:latin typeface="Arial MT"/>
              <a:cs typeface="Arial MT"/>
            </a:endParaRPr>
          </a:p>
          <a:p>
            <a:pPr marL="82550">
              <a:lnSpc>
                <a:spcPct val="100000"/>
              </a:lnSpc>
              <a:spcBef>
                <a:spcPts val="1885"/>
              </a:spcBef>
            </a:pP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City</a:t>
            </a:r>
            <a:r>
              <a:rPr dirty="0" sz="1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1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State: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4005962" y="1329112"/>
            <a:ext cx="1525905" cy="349250"/>
            <a:chOff x="4005962" y="1329112"/>
            <a:chExt cx="1525905" cy="349250"/>
          </a:xfrm>
        </p:grpSpPr>
        <p:sp>
          <p:nvSpPr>
            <p:cNvPr id="7" name="object 7" descr=""/>
            <p:cNvSpPr/>
            <p:nvPr/>
          </p:nvSpPr>
          <p:spPr>
            <a:xfrm>
              <a:off x="4010724" y="1333874"/>
              <a:ext cx="1516380" cy="339725"/>
            </a:xfrm>
            <a:custGeom>
              <a:avLst/>
              <a:gdLst/>
              <a:ahLst/>
              <a:cxnLst/>
              <a:rect l="l" t="t" r="r" b="b"/>
              <a:pathLst>
                <a:path w="1516379" h="339725">
                  <a:moveTo>
                    <a:pt x="1516199" y="339299"/>
                  </a:moveTo>
                  <a:lnTo>
                    <a:pt x="0" y="339299"/>
                  </a:lnTo>
                  <a:lnTo>
                    <a:pt x="0" y="0"/>
                  </a:lnTo>
                  <a:lnTo>
                    <a:pt x="1516199" y="0"/>
                  </a:lnTo>
                  <a:lnTo>
                    <a:pt x="1516199" y="339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010724" y="1333874"/>
              <a:ext cx="1516380" cy="339725"/>
            </a:xfrm>
            <a:custGeom>
              <a:avLst/>
              <a:gdLst/>
              <a:ahLst/>
              <a:cxnLst/>
              <a:rect l="l" t="t" r="r" b="b"/>
              <a:pathLst>
                <a:path w="1516379" h="339725">
                  <a:moveTo>
                    <a:pt x="0" y="0"/>
                  </a:moveTo>
                  <a:lnTo>
                    <a:pt x="1516199" y="0"/>
                  </a:lnTo>
                  <a:lnTo>
                    <a:pt x="1516199" y="339299"/>
                  </a:lnTo>
                  <a:lnTo>
                    <a:pt x="0" y="339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4005962" y="1855437"/>
            <a:ext cx="1525905" cy="349250"/>
            <a:chOff x="4005962" y="1855437"/>
            <a:chExt cx="1525905" cy="349250"/>
          </a:xfrm>
        </p:grpSpPr>
        <p:sp>
          <p:nvSpPr>
            <p:cNvPr id="10" name="object 10" descr=""/>
            <p:cNvSpPr/>
            <p:nvPr/>
          </p:nvSpPr>
          <p:spPr>
            <a:xfrm>
              <a:off x="4010724" y="1860200"/>
              <a:ext cx="1516380" cy="339725"/>
            </a:xfrm>
            <a:custGeom>
              <a:avLst/>
              <a:gdLst/>
              <a:ahLst/>
              <a:cxnLst/>
              <a:rect l="l" t="t" r="r" b="b"/>
              <a:pathLst>
                <a:path w="1516379" h="339725">
                  <a:moveTo>
                    <a:pt x="1516199" y="339299"/>
                  </a:moveTo>
                  <a:lnTo>
                    <a:pt x="0" y="339299"/>
                  </a:lnTo>
                  <a:lnTo>
                    <a:pt x="0" y="0"/>
                  </a:lnTo>
                  <a:lnTo>
                    <a:pt x="1516199" y="0"/>
                  </a:lnTo>
                  <a:lnTo>
                    <a:pt x="1516199" y="339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010724" y="1860200"/>
              <a:ext cx="1516380" cy="339725"/>
            </a:xfrm>
            <a:custGeom>
              <a:avLst/>
              <a:gdLst/>
              <a:ahLst/>
              <a:cxnLst/>
              <a:rect l="l" t="t" r="r" b="b"/>
              <a:pathLst>
                <a:path w="1516379" h="339725">
                  <a:moveTo>
                    <a:pt x="0" y="0"/>
                  </a:moveTo>
                  <a:lnTo>
                    <a:pt x="1516199" y="0"/>
                  </a:lnTo>
                  <a:lnTo>
                    <a:pt x="1516199" y="339299"/>
                  </a:lnTo>
                  <a:lnTo>
                    <a:pt x="0" y="339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4005962" y="2381762"/>
            <a:ext cx="1525905" cy="349250"/>
            <a:chOff x="4005962" y="2381762"/>
            <a:chExt cx="1525905" cy="349250"/>
          </a:xfrm>
        </p:grpSpPr>
        <p:sp>
          <p:nvSpPr>
            <p:cNvPr id="13" name="object 13" descr=""/>
            <p:cNvSpPr/>
            <p:nvPr/>
          </p:nvSpPr>
          <p:spPr>
            <a:xfrm>
              <a:off x="4010724" y="2386525"/>
              <a:ext cx="1516380" cy="339725"/>
            </a:xfrm>
            <a:custGeom>
              <a:avLst/>
              <a:gdLst/>
              <a:ahLst/>
              <a:cxnLst/>
              <a:rect l="l" t="t" r="r" b="b"/>
              <a:pathLst>
                <a:path w="1516379" h="339725">
                  <a:moveTo>
                    <a:pt x="1516199" y="339299"/>
                  </a:moveTo>
                  <a:lnTo>
                    <a:pt x="0" y="339299"/>
                  </a:lnTo>
                  <a:lnTo>
                    <a:pt x="0" y="0"/>
                  </a:lnTo>
                  <a:lnTo>
                    <a:pt x="1516199" y="0"/>
                  </a:lnTo>
                  <a:lnTo>
                    <a:pt x="1516199" y="339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010724" y="2386525"/>
              <a:ext cx="1516380" cy="339725"/>
            </a:xfrm>
            <a:custGeom>
              <a:avLst/>
              <a:gdLst/>
              <a:ahLst/>
              <a:cxnLst/>
              <a:rect l="l" t="t" r="r" b="b"/>
              <a:pathLst>
                <a:path w="1516379" h="339725">
                  <a:moveTo>
                    <a:pt x="0" y="0"/>
                  </a:moveTo>
                  <a:lnTo>
                    <a:pt x="1516199" y="0"/>
                  </a:lnTo>
                  <a:lnTo>
                    <a:pt x="1516199" y="339299"/>
                  </a:lnTo>
                  <a:lnTo>
                    <a:pt x="0" y="339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4005962" y="2860937"/>
            <a:ext cx="1525905" cy="349250"/>
            <a:chOff x="4005962" y="2860937"/>
            <a:chExt cx="1525905" cy="349250"/>
          </a:xfrm>
        </p:grpSpPr>
        <p:sp>
          <p:nvSpPr>
            <p:cNvPr id="16" name="object 16" descr=""/>
            <p:cNvSpPr/>
            <p:nvPr/>
          </p:nvSpPr>
          <p:spPr>
            <a:xfrm>
              <a:off x="4010724" y="2865700"/>
              <a:ext cx="1516380" cy="339725"/>
            </a:xfrm>
            <a:custGeom>
              <a:avLst/>
              <a:gdLst/>
              <a:ahLst/>
              <a:cxnLst/>
              <a:rect l="l" t="t" r="r" b="b"/>
              <a:pathLst>
                <a:path w="1516379" h="339725">
                  <a:moveTo>
                    <a:pt x="1516199" y="339299"/>
                  </a:moveTo>
                  <a:lnTo>
                    <a:pt x="0" y="339299"/>
                  </a:lnTo>
                  <a:lnTo>
                    <a:pt x="0" y="0"/>
                  </a:lnTo>
                  <a:lnTo>
                    <a:pt x="1516199" y="0"/>
                  </a:lnTo>
                  <a:lnTo>
                    <a:pt x="1516199" y="339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010724" y="2865700"/>
              <a:ext cx="1516380" cy="339725"/>
            </a:xfrm>
            <a:custGeom>
              <a:avLst/>
              <a:gdLst/>
              <a:ahLst/>
              <a:cxnLst/>
              <a:rect l="l" t="t" r="r" b="b"/>
              <a:pathLst>
                <a:path w="1516379" h="339725">
                  <a:moveTo>
                    <a:pt x="0" y="0"/>
                  </a:moveTo>
                  <a:lnTo>
                    <a:pt x="1516199" y="0"/>
                  </a:lnTo>
                  <a:lnTo>
                    <a:pt x="1516199" y="339299"/>
                  </a:lnTo>
                  <a:lnTo>
                    <a:pt x="0" y="339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 descr=""/>
          <p:cNvGrpSpPr/>
          <p:nvPr/>
        </p:nvGrpSpPr>
        <p:grpSpPr>
          <a:xfrm>
            <a:off x="4005962" y="3379662"/>
            <a:ext cx="1525905" cy="349250"/>
            <a:chOff x="4005962" y="3379662"/>
            <a:chExt cx="1525905" cy="349250"/>
          </a:xfrm>
        </p:grpSpPr>
        <p:sp>
          <p:nvSpPr>
            <p:cNvPr id="19" name="object 19" descr=""/>
            <p:cNvSpPr/>
            <p:nvPr/>
          </p:nvSpPr>
          <p:spPr>
            <a:xfrm>
              <a:off x="4010724" y="3384424"/>
              <a:ext cx="1516380" cy="339725"/>
            </a:xfrm>
            <a:custGeom>
              <a:avLst/>
              <a:gdLst/>
              <a:ahLst/>
              <a:cxnLst/>
              <a:rect l="l" t="t" r="r" b="b"/>
              <a:pathLst>
                <a:path w="1516379" h="339725">
                  <a:moveTo>
                    <a:pt x="1516199" y="339299"/>
                  </a:moveTo>
                  <a:lnTo>
                    <a:pt x="0" y="339299"/>
                  </a:lnTo>
                  <a:lnTo>
                    <a:pt x="0" y="0"/>
                  </a:lnTo>
                  <a:lnTo>
                    <a:pt x="1516199" y="0"/>
                  </a:lnTo>
                  <a:lnTo>
                    <a:pt x="1516199" y="339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010724" y="3384424"/>
              <a:ext cx="1516380" cy="339725"/>
            </a:xfrm>
            <a:custGeom>
              <a:avLst/>
              <a:gdLst/>
              <a:ahLst/>
              <a:cxnLst/>
              <a:rect l="l" t="t" r="r" b="b"/>
              <a:pathLst>
                <a:path w="1516379" h="339725">
                  <a:moveTo>
                    <a:pt x="0" y="0"/>
                  </a:moveTo>
                  <a:lnTo>
                    <a:pt x="1516199" y="0"/>
                  </a:lnTo>
                  <a:lnTo>
                    <a:pt x="1516199" y="339299"/>
                  </a:lnTo>
                  <a:lnTo>
                    <a:pt x="0" y="339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4005962" y="3898387"/>
            <a:ext cx="1525905" cy="349250"/>
            <a:chOff x="4005962" y="3898387"/>
            <a:chExt cx="1525905" cy="349250"/>
          </a:xfrm>
        </p:grpSpPr>
        <p:sp>
          <p:nvSpPr>
            <p:cNvPr id="22" name="object 22" descr=""/>
            <p:cNvSpPr/>
            <p:nvPr/>
          </p:nvSpPr>
          <p:spPr>
            <a:xfrm>
              <a:off x="4010724" y="3903150"/>
              <a:ext cx="1516380" cy="339725"/>
            </a:xfrm>
            <a:custGeom>
              <a:avLst/>
              <a:gdLst/>
              <a:ahLst/>
              <a:cxnLst/>
              <a:rect l="l" t="t" r="r" b="b"/>
              <a:pathLst>
                <a:path w="1516379" h="339725">
                  <a:moveTo>
                    <a:pt x="1516199" y="339299"/>
                  </a:moveTo>
                  <a:lnTo>
                    <a:pt x="0" y="339299"/>
                  </a:lnTo>
                  <a:lnTo>
                    <a:pt x="0" y="0"/>
                  </a:lnTo>
                  <a:lnTo>
                    <a:pt x="1516199" y="0"/>
                  </a:lnTo>
                  <a:lnTo>
                    <a:pt x="1516199" y="339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010724" y="3903150"/>
              <a:ext cx="1516380" cy="339725"/>
            </a:xfrm>
            <a:custGeom>
              <a:avLst/>
              <a:gdLst/>
              <a:ahLst/>
              <a:cxnLst/>
              <a:rect l="l" t="t" r="r" b="b"/>
              <a:pathLst>
                <a:path w="1516379" h="339725">
                  <a:moveTo>
                    <a:pt x="0" y="0"/>
                  </a:moveTo>
                  <a:lnTo>
                    <a:pt x="1516199" y="0"/>
                  </a:lnTo>
                  <a:lnTo>
                    <a:pt x="1516199" y="339299"/>
                  </a:lnTo>
                  <a:lnTo>
                    <a:pt x="0" y="339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67300" y="228941"/>
            <a:ext cx="4489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595959"/>
                </a:solidFill>
                <a:latin typeface="Arial"/>
                <a:cs typeface="Arial"/>
              </a:rPr>
              <a:t>Home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349075" y="228941"/>
            <a:ext cx="82994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595959"/>
                </a:solidFill>
                <a:latin typeface="Arial"/>
                <a:cs typeface="Arial"/>
              </a:rPr>
              <a:t>Contact</a:t>
            </a:r>
            <a:r>
              <a:rPr dirty="0" sz="1200" spc="-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595959"/>
                </a:solidFill>
                <a:latin typeface="Arial"/>
                <a:cs typeface="Arial"/>
              </a:rPr>
              <a:t>Us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413950" y="228953"/>
            <a:ext cx="15824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595959"/>
                </a:solidFill>
                <a:latin typeface="Arial"/>
                <a:cs typeface="Arial"/>
              </a:rPr>
              <a:t>Crop</a:t>
            </a:r>
            <a:r>
              <a:rPr dirty="0" sz="1200" spc="-4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dirty="0" sz="1200" spc="-3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595959"/>
                </a:solidFill>
                <a:latin typeface="Arial"/>
                <a:cs typeface="Arial"/>
              </a:rPr>
              <a:t>Product</a:t>
            </a:r>
            <a:r>
              <a:rPr dirty="0" sz="1200" spc="-4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595959"/>
                </a:solidFill>
                <a:latin typeface="Arial"/>
                <a:cs typeface="Arial"/>
              </a:rPr>
              <a:t>Needs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005962" y="1633912"/>
            <a:ext cx="1525905" cy="349250"/>
            <a:chOff x="4005962" y="1633912"/>
            <a:chExt cx="1525905" cy="349250"/>
          </a:xfrm>
        </p:grpSpPr>
        <p:sp>
          <p:nvSpPr>
            <p:cNvPr id="6" name="object 6" descr=""/>
            <p:cNvSpPr/>
            <p:nvPr/>
          </p:nvSpPr>
          <p:spPr>
            <a:xfrm>
              <a:off x="4010724" y="1638674"/>
              <a:ext cx="1516380" cy="339725"/>
            </a:xfrm>
            <a:custGeom>
              <a:avLst/>
              <a:gdLst/>
              <a:ahLst/>
              <a:cxnLst/>
              <a:rect l="l" t="t" r="r" b="b"/>
              <a:pathLst>
                <a:path w="1516379" h="339725">
                  <a:moveTo>
                    <a:pt x="1516199" y="339299"/>
                  </a:moveTo>
                  <a:lnTo>
                    <a:pt x="0" y="339299"/>
                  </a:lnTo>
                  <a:lnTo>
                    <a:pt x="0" y="0"/>
                  </a:lnTo>
                  <a:lnTo>
                    <a:pt x="1516199" y="0"/>
                  </a:lnTo>
                  <a:lnTo>
                    <a:pt x="1516199" y="339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010724" y="1638674"/>
              <a:ext cx="1516380" cy="339725"/>
            </a:xfrm>
            <a:custGeom>
              <a:avLst/>
              <a:gdLst/>
              <a:ahLst/>
              <a:cxnLst/>
              <a:rect l="l" t="t" r="r" b="b"/>
              <a:pathLst>
                <a:path w="1516379" h="339725">
                  <a:moveTo>
                    <a:pt x="0" y="0"/>
                  </a:moveTo>
                  <a:lnTo>
                    <a:pt x="1516199" y="0"/>
                  </a:lnTo>
                  <a:lnTo>
                    <a:pt x="1516199" y="339299"/>
                  </a:lnTo>
                  <a:lnTo>
                    <a:pt x="0" y="339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4005962" y="2160237"/>
            <a:ext cx="1525905" cy="349250"/>
            <a:chOff x="4005962" y="2160237"/>
            <a:chExt cx="1525905" cy="349250"/>
          </a:xfrm>
        </p:grpSpPr>
        <p:sp>
          <p:nvSpPr>
            <p:cNvPr id="9" name="object 9" descr=""/>
            <p:cNvSpPr/>
            <p:nvPr/>
          </p:nvSpPr>
          <p:spPr>
            <a:xfrm>
              <a:off x="4010724" y="2165000"/>
              <a:ext cx="1516380" cy="339725"/>
            </a:xfrm>
            <a:custGeom>
              <a:avLst/>
              <a:gdLst/>
              <a:ahLst/>
              <a:cxnLst/>
              <a:rect l="l" t="t" r="r" b="b"/>
              <a:pathLst>
                <a:path w="1516379" h="339725">
                  <a:moveTo>
                    <a:pt x="1516199" y="339299"/>
                  </a:moveTo>
                  <a:lnTo>
                    <a:pt x="0" y="339299"/>
                  </a:lnTo>
                  <a:lnTo>
                    <a:pt x="0" y="0"/>
                  </a:lnTo>
                  <a:lnTo>
                    <a:pt x="1516199" y="0"/>
                  </a:lnTo>
                  <a:lnTo>
                    <a:pt x="1516199" y="339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010724" y="2165000"/>
              <a:ext cx="1516380" cy="339725"/>
            </a:xfrm>
            <a:custGeom>
              <a:avLst/>
              <a:gdLst/>
              <a:ahLst/>
              <a:cxnLst/>
              <a:rect l="l" t="t" r="r" b="b"/>
              <a:pathLst>
                <a:path w="1516379" h="339725">
                  <a:moveTo>
                    <a:pt x="0" y="0"/>
                  </a:moveTo>
                  <a:lnTo>
                    <a:pt x="1516199" y="0"/>
                  </a:lnTo>
                  <a:lnTo>
                    <a:pt x="1516199" y="339299"/>
                  </a:lnTo>
                  <a:lnTo>
                    <a:pt x="0" y="339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4005962" y="2686562"/>
            <a:ext cx="1525905" cy="349250"/>
            <a:chOff x="4005962" y="2686562"/>
            <a:chExt cx="1525905" cy="349250"/>
          </a:xfrm>
        </p:grpSpPr>
        <p:sp>
          <p:nvSpPr>
            <p:cNvPr id="12" name="object 12" descr=""/>
            <p:cNvSpPr/>
            <p:nvPr/>
          </p:nvSpPr>
          <p:spPr>
            <a:xfrm>
              <a:off x="4010724" y="2691325"/>
              <a:ext cx="1516380" cy="339725"/>
            </a:xfrm>
            <a:custGeom>
              <a:avLst/>
              <a:gdLst/>
              <a:ahLst/>
              <a:cxnLst/>
              <a:rect l="l" t="t" r="r" b="b"/>
              <a:pathLst>
                <a:path w="1516379" h="339725">
                  <a:moveTo>
                    <a:pt x="1516199" y="339299"/>
                  </a:moveTo>
                  <a:lnTo>
                    <a:pt x="0" y="339299"/>
                  </a:lnTo>
                  <a:lnTo>
                    <a:pt x="0" y="0"/>
                  </a:lnTo>
                  <a:lnTo>
                    <a:pt x="1516199" y="0"/>
                  </a:lnTo>
                  <a:lnTo>
                    <a:pt x="1516199" y="339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010724" y="2691325"/>
              <a:ext cx="1516380" cy="339725"/>
            </a:xfrm>
            <a:custGeom>
              <a:avLst/>
              <a:gdLst/>
              <a:ahLst/>
              <a:cxnLst/>
              <a:rect l="l" t="t" r="r" b="b"/>
              <a:pathLst>
                <a:path w="1516379" h="339725">
                  <a:moveTo>
                    <a:pt x="0" y="0"/>
                  </a:moveTo>
                  <a:lnTo>
                    <a:pt x="1516199" y="0"/>
                  </a:lnTo>
                  <a:lnTo>
                    <a:pt x="1516199" y="339299"/>
                  </a:lnTo>
                  <a:lnTo>
                    <a:pt x="0" y="339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4005962" y="3165737"/>
            <a:ext cx="1525905" cy="349250"/>
            <a:chOff x="4005962" y="3165737"/>
            <a:chExt cx="1525905" cy="349250"/>
          </a:xfrm>
        </p:grpSpPr>
        <p:sp>
          <p:nvSpPr>
            <p:cNvPr id="15" name="object 15" descr=""/>
            <p:cNvSpPr/>
            <p:nvPr/>
          </p:nvSpPr>
          <p:spPr>
            <a:xfrm>
              <a:off x="4010724" y="3170500"/>
              <a:ext cx="1516380" cy="339725"/>
            </a:xfrm>
            <a:custGeom>
              <a:avLst/>
              <a:gdLst/>
              <a:ahLst/>
              <a:cxnLst/>
              <a:rect l="l" t="t" r="r" b="b"/>
              <a:pathLst>
                <a:path w="1516379" h="339725">
                  <a:moveTo>
                    <a:pt x="1516199" y="339299"/>
                  </a:moveTo>
                  <a:lnTo>
                    <a:pt x="0" y="339299"/>
                  </a:lnTo>
                  <a:lnTo>
                    <a:pt x="0" y="0"/>
                  </a:lnTo>
                  <a:lnTo>
                    <a:pt x="1516199" y="0"/>
                  </a:lnTo>
                  <a:lnTo>
                    <a:pt x="1516199" y="339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010724" y="3170500"/>
              <a:ext cx="1516380" cy="339725"/>
            </a:xfrm>
            <a:custGeom>
              <a:avLst/>
              <a:gdLst/>
              <a:ahLst/>
              <a:cxnLst/>
              <a:rect l="l" t="t" r="r" b="b"/>
              <a:pathLst>
                <a:path w="1516379" h="339725">
                  <a:moveTo>
                    <a:pt x="0" y="0"/>
                  </a:moveTo>
                  <a:lnTo>
                    <a:pt x="1516199" y="0"/>
                  </a:lnTo>
                  <a:lnTo>
                    <a:pt x="1516199" y="339299"/>
                  </a:lnTo>
                  <a:lnTo>
                    <a:pt x="0" y="339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 descr=""/>
          <p:cNvGrpSpPr/>
          <p:nvPr/>
        </p:nvGrpSpPr>
        <p:grpSpPr>
          <a:xfrm>
            <a:off x="4005962" y="3684462"/>
            <a:ext cx="1525905" cy="349250"/>
            <a:chOff x="4005962" y="3684462"/>
            <a:chExt cx="1525905" cy="349250"/>
          </a:xfrm>
        </p:grpSpPr>
        <p:sp>
          <p:nvSpPr>
            <p:cNvPr id="18" name="object 18" descr=""/>
            <p:cNvSpPr/>
            <p:nvPr/>
          </p:nvSpPr>
          <p:spPr>
            <a:xfrm>
              <a:off x="4010724" y="3689224"/>
              <a:ext cx="1516380" cy="339725"/>
            </a:xfrm>
            <a:custGeom>
              <a:avLst/>
              <a:gdLst/>
              <a:ahLst/>
              <a:cxnLst/>
              <a:rect l="l" t="t" r="r" b="b"/>
              <a:pathLst>
                <a:path w="1516379" h="339725">
                  <a:moveTo>
                    <a:pt x="1516199" y="339299"/>
                  </a:moveTo>
                  <a:lnTo>
                    <a:pt x="0" y="339299"/>
                  </a:lnTo>
                  <a:lnTo>
                    <a:pt x="0" y="0"/>
                  </a:lnTo>
                  <a:lnTo>
                    <a:pt x="1516199" y="0"/>
                  </a:lnTo>
                  <a:lnTo>
                    <a:pt x="1516199" y="339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010724" y="3689224"/>
              <a:ext cx="1516380" cy="339725"/>
            </a:xfrm>
            <a:custGeom>
              <a:avLst/>
              <a:gdLst/>
              <a:ahLst/>
              <a:cxnLst/>
              <a:rect l="l" t="t" r="r" b="b"/>
              <a:pathLst>
                <a:path w="1516379" h="339725">
                  <a:moveTo>
                    <a:pt x="0" y="0"/>
                  </a:moveTo>
                  <a:lnTo>
                    <a:pt x="1516199" y="0"/>
                  </a:lnTo>
                  <a:lnTo>
                    <a:pt x="1516199" y="339299"/>
                  </a:lnTo>
                  <a:lnTo>
                    <a:pt x="0" y="339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783725" y="965330"/>
            <a:ext cx="3679190" cy="3042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Crop</a:t>
            </a: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Product</a:t>
            </a: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Request</a:t>
            </a:r>
            <a:r>
              <a:rPr dirty="0" sz="1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Information:</a:t>
            </a:r>
            <a:endParaRPr sz="1800">
              <a:latin typeface="Arial MT"/>
              <a:cs typeface="Arial MT"/>
            </a:endParaRPr>
          </a:p>
          <a:p>
            <a:pPr marL="12700" marR="2785745">
              <a:lnSpc>
                <a:spcPct val="191900"/>
              </a:lnSpc>
              <a:spcBef>
                <a:spcPts val="1055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Crop: </a:t>
            </a: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Varietals</a:t>
            </a:r>
            <a:endParaRPr sz="1800">
              <a:latin typeface="Arial MT"/>
              <a:cs typeface="Arial MT"/>
            </a:endParaRPr>
          </a:p>
          <a:p>
            <a:pPr marL="55880" marR="1887855">
              <a:lnSpc>
                <a:spcPct val="184700"/>
              </a:lnSpc>
              <a:spcBef>
                <a:spcPts val="275"/>
              </a:spcBef>
            </a:pP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Quantity</a:t>
            </a:r>
            <a:r>
              <a:rPr dirty="0" sz="18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18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Crop: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Product</a:t>
            </a:r>
            <a:r>
              <a:rPr dirty="0" sz="18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 MT"/>
                <a:cs typeface="Arial MT"/>
              </a:rPr>
              <a:t>Type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dirty="0" sz="1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Needed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467300" y="228941"/>
            <a:ext cx="4489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solidFill>
                  <a:srgbClr val="595959"/>
                </a:solidFill>
                <a:latin typeface="Arial"/>
                <a:cs typeface="Arial"/>
              </a:rPr>
              <a:t>Home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349075" y="228941"/>
            <a:ext cx="82994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595959"/>
                </a:solidFill>
                <a:latin typeface="Arial"/>
                <a:cs typeface="Arial"/>
              </a:rPr>
              <a:t>Contact</a:t>
            </a:r>
            <a:r>
              <a:rPr dirty="0" sz="1200" spc="-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200" spc="-25" b="1">
                <a:solidFill>
                  <a:srgbClr val="595959"/>
                </a:solidFill>
                <a:latin typeface="Arial"/>
                <a:cs typeface="Arial"/>
              </a:rPr>
              <a:t>Us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413950" y="228953"/>
            <a:ext cx="15824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595959"/>
                </a:solidFill>
                <a:latin typeface="Arial"/>
                <a:cs typeface="Arial"/>
              </a:rPr>
              <a:t>Crop</a:t>
            </a:r>
            <a:r>
              <a:rPr dirty="0" sz="1200" spc="-4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dirty="0" sz="1200" spc="-3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595959"/>
                </a:solidFill>
                <a:latin typeface="Arial"/>
                <a:cs typeface="Arial"/>
              </a:rPr>
              <a:t>Product</a:t>
            </a:r>
            <a:r>
              <a:rPr dirty="0" sz="1200" spc="-4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595959"/>
                </a:solidFill>
                <a:latin typeface="Arial"/>
                <a:cs typeface="Arial"/>
              </a:rPr>
              <a:t>Needs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854025" y="812930"/>
            <a:ext cx="24250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I’m</a:t>
            </a:r>
            <a:r>
              <a:rPr dirty="0" sz="18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most</a:t>
            </a:r>
            <a:r>
              <a:rPr dirty="0" sz="18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interested</a:t>
            </a:r>
            <a:r>
              <a:rPr dirty="0" sz="18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in…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783725" y="1847431"/>
            <a:ext cx="1648460" cy="1855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Products</a:t>
            </a:r>
            <a:endParaRPr sz="1800">
              <a:latin typeface="Arial MT"/>
              <a:cs typeface="Arial MT"/>
            </a:endParaRPr>
          </a:p>
          <a:p>
            <a:pPr algn="just" marL="55880" marR="5080">
              <a:lnSpc>
                <a:spcPct val="184700"/>
              </a:lnSpc>
              <a:spcBef>
                <a:spcPts val="275"/>
              </a:spcBef>
            </a:pP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Prediction</a:t>
            </a:r>
            <a:r>
              <a:rPr dirty="0" sz="18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 MT"/>
                <a:cs typeface="Arial MT"/>
              </a:rPr>
              <a:t>Data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Tracebility</a:t>
            </a:r>
            <a:r>
              <a:rPr dirty="0" sz="18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 MT"/>
                <a:cs typeface="Arial MT"/>
              </a:rPr>
              <a:t>Data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Farmer</a:t>
            </a:r>
            <a:r>
              <a:rPr dirty="0" sz="18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Impact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897725" y="4162774"/>
            <a:ext cx="2131695" cy="492759"/>
          </a:xfrm>
          <a:prstGeom prst="rect">
            <a:avLst/>
          </a:prstGeom>
          <a:solidFill>
            <a:srgbClr val="EEEEEE"/>
          </a:solidFill>
        </p:spPr>
        <p:txBody>
          <a:bodyPr wrap="square" lIns="0" tIns="76200" rIns="0" bIns="0" rtlCol="0" vert="horz">
            <a:spAutoFit/>
          </a:bodyPr>
          <a:lstStyle/>
          <a:p>
            <a:pPr marL="678180">
              <a:lnSpc>
                <a:spcPct val="100000"/>
              </a:lnSpc>
              <a:spcBef>
                <a:spcPts val="600"/>
              </a:spcBef>
            </a:pPr>
            <a:r>
              <a:rPr dirty="0" sz="1800" spc="-10" b="1">
                <a:latin typeface="Arial"/>
                <a:cs typeface="Arial"/>
              </a:rPr>
              <a:t>Submit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005962" y="1855437"/>
            <a:ext cx="393700" cy="349250"/>
            <a:chOff x="4005962" y="1855437"/>
            <a:chExt cx="393700" cy="349250"/>
          </a:xfrm>
        </p:grpSpPr>
        <p:sp>
          <p:nvSpPr>
            <p:cNvPr id="9" name="object 9" descr=""/>
            <p:cNvSpPr/>
            <p:nvPr/>
          </p:nvSpPr>
          <p:spPr>
            <a:xfrm>
              <a:off x="4010724" y="1860200"/>
              <a:ext cx="384175" cy="339725"/>
            </a:xfrm>
            <a:custGeom>
              <a:avLst/>
              <a:gdLst/>
              <a:ahLst/>
              <a:cxnLst/>
              <a:rect l="l" t="t" r="r" b="b"/>
              <a:pathLst>
                <a:path w="384175" h="339725">
                  <a:moveTo>
                    <a:pt x="383699" y="339299"/>
                  </a:moveTo>
                  <a:lnTo>
                    <a:pt x="0" y="339299"/>
                  </a:lnTo>
                  <a:lnTo>
                    <a:pt x="0" y="0"/>
                  </a:lnTo>
                  <a:lnTo>
                    <a:pt x="383699" y="0"/>
                  </a:lnTo>
                  <a:lnTo>
                    <a:pt x="383699" y="339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010724" y="1860200"/>
              <a:ext cx="384175" cy="339725"/>
            </a:xfrm>
            <a:custGeom>
              <a:avLst/>
              <a:gdLst/>
              <a:ahLst/>
              <a:cxnLst/>
              <a:rect l="l" t="t" r="r" b="b"/>
              <a:pathLst>
                <a:path w="384175" h="339725">
                  <a:moveTo>
                    <a:pt x="0" y="0"/>
                  </a:moveTo>
                  <a:lnTo>
                    <a:pt x="383699" y="0"/>
                  </a:lnTo>
                  <a:lnTo>
                    <a:pt x="383699" y="339299"/>
                  </a:lnTo>
                  <a:lnTo>
                    <a:pt x="0" y="339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4005962" y="2381762"/>
            <a:ext cx="393700" cy="349250"/>
            <a:chOff x="4005962" y="2381762"/>
            <a:chExt cx="393700" cy="349250"/>
          </a:xfrm>
        </p:grpSpPr>
        <p:sp>
          <p:nvSpPr>
            <p:cNvPr id="12" name="object 12" descr=""/>
            <p:cNvSpPr/>
            <p:nvPr/>
          </p:nvSpPr>
          <p:spPr>
            <a:xfrm>
              <a:off x="4010724" y="2386525"/>
              <a:ext cx="384175" cy="339725"/>
            </a:xfrm>
            <a:custGeom>
              <a:avLst/>
              <a:gdLst/>
              <a:ahLst/>
              <a:cxnLst/>
              <a:rect l="l" t="t" r="r" b="b"/>
              <a:pathLst>
                <a:path w="384175" h="339725">
                  <a:moveTo>
                    <a:pt x="383699" y="339299"/>
                  </a:moveTo>
                  <a:lnTo>
                    <a:pt x="0" y="339299"/>
                  </a:lnTo>
                  <a:lnTo>
                    <a:pt x="0" y="0"/>
                  </a:lnTo>
                  <a:lnTo>
                    <a:pt x="383699" y="0"/>
                  </a:lnTo>
                  <a:lnTo>
                    <a:pt x="383699" y="339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010724" y="2386525"/>
              <a:ext cx="384175" cy="339725"/>
            </a:xfrm>
            <a:custGeom>
              <a:avLst/>
              <a:gdLst/>
              <a:ahLst/>
              <a:cxnLst/>
              <a:rect l="l" t="t" r="r" b="b"/>
              <a:pathLst>
                <a:path w="384175" h="339725">
                  <a:moveTo>
                    <a:pt x="0" y="0"/>
                  </a:moveTo>
                  <a:lnTo>
                    <a:pt x="383699" y="0"/>
                  </a:lnTo>
                  <a:lnTo>
                    <a:pt x="383699" y="339299"/>
                  </a:lnTo>
                  <a:lnTo>
                    <a:pt x="0" y="339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4005962" y="2860937"/>
            <a:ext cx="393700" cy="349250"/>
            <a:chOff x="4005962" y="2860937"/>
            <a:chExt cx="393700" cy="349250"/>
          </a:xfrm>
        </p:grpSpPr>
        <p:sp>
          <p:nvSpPr>
            <p:cNvPr id="15" name="object 15" descr=""/>
            <p:cNvSpPr/>
            <p:nvPr/>
          </p:nvSpPr>
          <p:spPr>
            <a:xfrm>
              <a:off x="4010724" y="2865700"/>
              <a:ext cx="384175" cy="339725"/>
            </a:xfrm>
            <a:custGeom>
              <a:avLst/>
              <a:gdLst/>
              <a:ahLst/>
              <a:cxnLst/>
              <a:rect l="l" t="t" r="r" b="b"/>
              <a:pathLst>
                <a:path w="384175" h="339725">
                  <a:moveTo>
                    <a:pt x="383699" y="339299"/>
                  </a:moveTo>
                  <a:lnTo>
                    <a:pt x="0" y="339299"/>
                  </a:lnTo>
                  <a:lnTo>
                    <a:pt x="0" y="0"/>
                  </a:lnTo>
                  <a:lnTo>
                    <a:pt x="383699" y="0"/>
                  </a:lnTo>
                  <a:lnTo>
                    <a:pt x="383699" y="339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010724" y="2865700"/>
              <a:ext cx="384175" cy="339725"/>
            </a:xfrm>
            <a:custGeom>
              <a:avLst/>
              <a:gdLst/>
              <a:ahLst/>
              <a:cxnLst/>
              <a:rect l="l" t="t" r="r" b="b"/>
              <a:pathLst>
                <a:path w="384175" h="339725">
                  <a:moveTo>
                    <a:pt x="0" y="0"/>
                  </a:moveTo>
                  <a:lnTo>
                    <a:pt x="383699" y="0"/>
                  </a:lnTo>
                  <a:lnTo>
                    <a:pt x="383699" y="339299"/>
                  </a:lnTo>
                  <a:lnTo>
                    <a:pt x="0" y="339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 descr=""/>
          <p:cNvGrpSpPr/>
          <p:nvPr/>
        </p:nvGrpSpPr>
        <p:grpSpPr>
          <a:xfrm>
            <a:off x="4005962" y="3379662"/>
            <a:ext cx="393700" cy="349250"/>
            <a:chOff x="4005962" y="3379662"/>
            <a:chExt cx="393700" cy="349250"/>
          </a:xfrm>
        </p:grpSpPr>
        <p:sp>
          <p:nvSpPr>
            <p:cNvPr id="18" name="object 18" descr=""/>
            <p:cNvSpPr/>
            <p:nvPr/>
          </p:nvSpPr>
          <p:spPr>
            <a:xfrm>
              <a:off x="4010724" y="3384424"/>
              <a:ext cx="384175" cy="339725"/>
            </a:xfrm>
            <a:custGeom>
              <a:avLst/>
              <a:gdLst/>
              <a:ahLst/>
              <a:cxnLst/>
              <a:rect l="l" t="t" r="r" b="b"/>
              <a:pathLst>
                <a:path w="384175" h="339725">
                  <a:moveTo>
                    <a:pt x="383699" y="339299"/>
                  </a:moveTo>
                  <a:lnTo>
                    <a:pt x="0" y="339299"/>
                  </a:lnTo>
                  <a:lnTo>
                    <a:pt x="0" y="0"/>
                  </a:lnTo>
                  <a:lnTo>
                    <a:pt x="383699" y="0"/>
                  </a:lnTo>
                  <a:lnTo>
                    <a:pt x="383699" y="339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010724" y="3384424"/>
              <a:ext cx="384175" cy="339725"/>
            </a:xfrm>
            <a:custGeom>
              <a:avLst/>
              <a:gdLst/>
              <a:ahLst/>
              <a:cxnLst/>
              <a:rect l="l" t="t" r="r" b="b"/>
              <a:pathLst>
                <a:path w="384175" h="339725">
                  <a:moveTo>
                    <a:pt x="0" y="0"/>
                  </a:moveTo>
                  <a:lnTo>
                    <a:pt x="383699" y="0"/>
                  </a:lnTo>
                  <a:lnTo>
                    <a:pt x="383699" y="339299"/>
                  </a:lnTo>
                  <a:lnTo>
                    <a:pt x="0" y="339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 Generation Webpage</dc:title>
  <dcterms:created xsi:type="dcterms:W3CDTF">2026-02-06T17:33:12Z</dcterms:created>
  <dcterms:modified xsi:type="dcterms:W3CDTF">2026-02-06T17:33:12Z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2026-02-06T00:00:00Z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2026-02-06T00:00:00Z</vt:filetime>
  </property>
</Properties>
</file>